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EBDF1-EF66-3180-9C9F-4F5ADC744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1C3000-74EA-5DCF-308D-56693BCAD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2F789-47F4-A47B-122A-5A812F47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47F8A-E6B1-E67D-1A1F-1C3EE186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155CB-D541-064E-D2FD-8A62C44B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8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9DDD3-FAAC-95D2-1EE8-89837A309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9F84A-28D6-2682-D0C0-B4F55CB02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EC9E9-810E-3A44-213B-BA39775F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5446F-761A-8B79-5E4E-58401ED7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4563A2-AD2C-149A-CFE2-0D876C28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2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387F-533C-9100-0E50-7995632C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133B0-0951-D93D-4998-B972804F2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09042D-4B81-A603-8DDC-A4C37AC0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58C43-05BD-3D12-1313-B14BD5F3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5CB5E6-7ED8-06CE-E965-6FEE25F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FCD50-B49E-B42E-4B91-913BD523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66323-F719-A82F-BBFB-CF5D8F23E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54AACF-F300-2C9E-F472-C81A7D459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2C6E4B-DB46-D26D-244F-D1F9B29A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185695-FC3D-4C77-492F-9497C630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FE0175-95C2-62AA-BE18-58A02828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53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C829C-E38C-B7F9-E3F2-B8BF8806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F9CBFC-2525-0167-FAA0-B00C2A5F8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9BACEF-0178-A167-F679-E0E8B29CB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595D67-16C0-3AF0-584C-19341777E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97C4C-232A-DDD5-501D-67E43306F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993CAC-5B0C-E612-4281-DB7D4D78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C98719-8187-125F-B00E-044B393D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599771-1719-3547-02D2-EE581F6D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50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B196C-3005-B337-DB1A-83E396E9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CFA68C-67A3-8EA1-E722-5118215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5B638C-2276-1FCB-300D-8DC2BF37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86CE8B-AD9B-D984-C942-B81A4653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1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4D12CE-3817-19DA-105C-F5C24F7A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3476CA-FF96-D1A2-223A-EB5C8155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12C49-F7AB-92E6-779B-46DCBE7E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00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FB177-60F7-2C05-06CB-0CBEB9BC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F4FE37-6344-EAF0-B67C-19E93F4DD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A50F7-8752-75AF-76AE-DB296BF8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762C6C-36E8-A12C-4EEA-D79311A0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4A44B3-A545-3502-769E-CB7AA20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23BC4D-B18A-6491-02AF-13F04A38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1A73A-7B15-27F1-0E91-2B50D5EF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1252F8-34A4-5CCE-B1EF-00C69B1D6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8E6E73-E639-3088-69D3-4C4471787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E943A2-BA6C-5B2B-6EE5-29E63E3F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5BF6DB-BCB0-B95B-3B1A-FC66E59F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66618E-3F5B-AEA6-788A-323B3AB5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1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2FC0C-2113-E3A0-235C-6E5215A1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5B9E81-F66E-0F62-F2AA-9999FC105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D29F8-CC76-0F9E-2704-E9B4035B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7ED02-B590-9BE9-89DF-FB454CCD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70DEC-1201-809E-F7C5-B5404E87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90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E96D78-21A3-DACC-F4AC-9622EF7AC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F338E0-5659-D0AC-9433-68E039972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C7F2C3-D74F-A6FF-28B2-DCEDCE7E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1AC02-6095-ACEC-9945-F9ACFF60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EB93F2-E183-12FC-6C3D-0C7FE9FD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5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308C15-EE01-FDA0-AB49-62CA5C28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50EB6-6AFF-E9D8-EB0D-D377FFBB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6DE691-7AC2-C4AB-9076-B9027796B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EC729-478E-4888-86C5-94A9508F5070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30469-F751-0C8A-B025-FAE58B7B4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A021-D285-DEDD-A541-2F05D9702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14F06-AD7A-470C-8BCB-32E702FC7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53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68EA7D7-3C28-D943-B046-5CD363BE99E1}"/>
              </a:ext>
            </a:extLst>
          </p:cNvPr>
          <p:cNvCxnSpPr>
            <a:cxnSpLocks/>
          </p:cNvCxnSpPr>
          <p:nvPr/>
        </p:nvCxnSpPr>
        <p:spPr>
          <a:xfrm flipV="1">
            <a:off x="3138456" y="2005781"/>
            <a:ext cx="0" cy="34688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EC9D010-5A90-E33A-69A7-C157179C689E}"/>
              </a:ext>
            </a:extLst>
          </p:cNvPr>
          <p:cNvCxnSpPr>
            <a:cxnSpLocks/>
          </p:cNvCxnSpPr>
          <p:nvPr/>
        </p:nvCxnSpPr>
        <p:spPr>
          <a:xfrm>
            <a:off x="2571134" y="5149153"/>
            <a:ext cx="59475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7F6C6C3-BF54-3A01-B636-D2139FC70E9C}"/>
              </a:ext>
            </a:extLst>
          </p:cNvPr>
          <p:cNvCxnSpPr>
            <a:cxnSpLocks/>
          </p:cNvCxnSpPr>
          <p:nvPr/>
        </p:nvCxnSpPr>
        <p:spPr>
          <a:xfrm flipV="1">
            <a:off x="3138456" y="2983230"/>
            <a:ext cx="919194" cy="21659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F34188-D9A9-78B0-FC3C-BE84A6CC1810}"/>
              </a:ext>
            </a:extLst>
          </p:cNvPr>
          <p:cNvCxnSpPr>
            <a:cxnSpLocks/>
          </p:cNvCxnSpPr>
          <p:nvPr/>
        </p:nvCxnSpPr>
        <p:spPr>
          <a:xfrm>
            <a:off x="4040927" y="2973704"/>
            <a:ext cx="2257003" cy="5543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16E9CB3-C494-5452-6510-B5CF0D7C69A1}"/>
              </a:ext>
            </a:extLst>
          </p:cNvPr>
          <p:cNvCxnSpPr>
            <a:cxnSpLocks/>
          </p:cNvCxnSpPr>
          <p:nvPr/>
        </p:nvCxnSpPr>
        <p:spPr>
          <a:xfrm>
            <a:off x="6297930" y="3528060"/>
            <a:ext cx="0" cy="6591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E9B4898-D91A-CDA1-00A8-9CB42A233313}"/>
              </a:ext>
            </a:extLst>
          </p:cNvPr>
          <p:cNvSpPr txBox="1"/>
          <p:nvPr/>
        </p:nvSpPr>
        <p:spPr>
          <a:xfrm>
            <a:off x="8172450" y="516402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C741826-D19A-54D2-CC1A-52705D82B431}"/>
              </a:ext>
            </a:extLst>
          </p:cNvPr>
          <p:cNvSpPr txBox="1"/>
          <p:nvPr/>
        </p:nvSpPr>
        <p:spPr>
          <a:xfrm>
            <a:off x="2803176" y="1988018"/>
            <a:ext cx="36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688F0B-BD38-F92D-71B1-AB1D125CF931}"/>
              </a:ext>
            </a:extLst>
          </p:cNvPr>
          <p:cNvSpPr txBox="1"/>
          <p:nvPr/>
        </p:nvSpPr>
        <p:spPr>
          <a:xfrm>
            <a:off x="2540654" y="507676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(0,0)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CB68CF-6AB3-D64F-7EB2-E2AC1B3EE0F1}"/>
              </a:ext>
            </a:extLst>
          </p:cNvPr>
          <p:cNvSpPr txBox="1"/>
          <p:nvPr/>
        </p:nvSpPr>
        <p:spPr>
          <a:xfrm>
            <a:off x="3914955" y="264825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F6AB12-5C24-DCF4-47D1-638397559665}"/>
              </a:ext>
            </a:extLst>
          </p:cNvPr>
          <p:cNvSpPr txBox="1"/>
          <p:nvPr/>
        </p:nvSpPr>
        <p:spPr>
          <a:xfrm>
            <a:off x="6210300" y="3202613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A(</a:t>
            </a:r>
            <a:r>
              <a:rPr lang="en-US" altLang="zh-C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x,y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C58FAE-306E-AB82-E3E3-4C49B8BBBCF9}"/>
              </a:ext>
            </a:extLst>
          </p:cNvPr>
          <p:cNvSpPr txBox="1"/>
          <p:nvPr/>
        </p:nvSpPr>
        <p:spPr>
          <a:xfrm>
            <a:off x="6256020" y="400995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29" name="箭头: 上弧形 28">
            <a:extLst>
              <a:ext uri="{FF2B5EF4-FFF2-40B4-BE49-F238E27FC236}">
                <a16:creationId xmlns:a16="http://schemas.microsoft.com/office/drawing/2014/main" id="{6A4F0C1E-CCB0-8E37-F762-1B5B4ED2C0ED}"/>
              </a:ext>
            </a:extLst>
          </p:cNvPr>
          <p:cNvSpPr/>
          <p:nvPr/>
        </p:nvSpPr>
        <p:spPr>
          <a:xfrm rot="18995558">
            <a:off x="2820215" y="4769057"/>
            <a:ext cx="438150" cy="22398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箭头: 上弧形 29">
            <a:extLst>
              <a:ext uri="{FF2B5EF4-FFF2-40B4-BE49-F238E27FC236}">
                <a16:creationId xmlns:a16="http://schemas.microsoft.com/office/drawing/2014/main" id="{361CEACC-2F39-EE76-CCF6-9E663967F6F4}"/>
              </a:ext>
            </a:extLst>
          </p:cNvPr>
          <p:cNvSpPr/>
          <p:nvPr/>
        </p:nvSpPr>
        <p:spPr>
          <a:xfrm rot="8943128" flipH="1">
            <a:off x="3984271" y="3102414"/>
            <a:ext cx="461022" cy="22398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B05688-896C-66FC-418E-229E8BF6D7D2}"/>
              </a:ext>
            </a:extLst>
          </p:cNvPr>
          <p:cNvSpPr txBox="1"/>
          <p:nvPr/>
        </p:nvSpPr>
        <p:spPr>
          <a:xfrm>
            <a:off x="2683068" y="451171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b="1" dirty="0"/>
              <a:t>α</a:t>
            </a:r>
            <a:endParaRPr lang="zh-CN" altLang="en-US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69B24E1-ADA8-7A9C-AD0F-601B9C702842}"/>
              </a:ext>
            </a:extLst>
          </p:cNvPr>
          <p:cNvSpPr txBox="1"/>
          <p:nvPr/>
        </p:nvSpPr>
        <p:spPr>
          <a:xfrm>
            <a:off x="4052771" y="3270446"/>
            <a:ext cx="192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b="1" dirty="0"/>
              <a:t>β</a:t>
            </a:r>
            <a:endParaRPr lang="zh-CN" altLang="en-US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8B5F988-8F6F-EDA2-1CC0-A49E6F04DA14}"/>
              </a:ext>
            </a:extLst>
          </p:cNvPr>
          <p:cNvSpPr txBox="1"/>
          <p:nvPr/>
        </p:nvSpPr>
        <p:spPr>
          <a:xfrm>
            <a:off x="5781129" y="365501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b="1" dirty="0"/>
              <a:t>γ</a:t>
            </a:r>
            <a:endParaRPr lang="zh-CN" altLang="en-US" b="1" dirty="0"/>
          </a:p>
        </p:txBody>
      </p:sp>
      <p:sp>
        <p:nvSpPr>
          <p:cNvPr id="34" name="箭头: 上弧形 33">
            <a:extLst>
              <a:ext uri="{FF2B5EF4-FFF2-40B4-BE49-F238E27FC236}">
                <a16:creationId xmlns:a16="http://schemas.microsoft.com/office/drawing/2014/main" id="{17FDF036-8D02-1D59-80F8-6B4360719CD3}"/>
              </a:ext>
            </a:extLst>
          </p:cNvPr>
          <p:cNvSpPr/>
          <p:nvPr/>
        </p:nvSpPr>
        <p:spPr>
          <a:xfrm rot="13301346" flipH="1">
            <a:off x="5860318" y="3564053"/>
            <a:ext cx="461022" cy="22398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CF149B2-4897-9E0B-DCB3-38D837FEDBBE}"/>
              </a:ext>
            </a:extLst>
          </p:cNvPr>
          <p:cNvSpPr txBox="1"/>
          <p:nvPr/>
        </p:nvSpPr>
        <p:spPr>
          <a:xfrm>
            <a:off x="3322698" y="365501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L1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B44E2B8-70C4-05CC-BA59-4A6BC96303D5}"/>
              </a:ext>
            </a:extLst>
          </p:cNvPr>
          <p:cNvSpPr txBox="1"/>
          <p:nvPr/>
        </p:nvSpPr>
        <p:spPr>
          <a:xfrm>
            <a:off x="4936207" y="2924777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L2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9EEE18-93D3-C611-42EE-22F5CC79FAE1}"/>
              </a:ext>
            </a:extLst>
          </p:cNvPr>
          <p:cNvSpPr txBox="1"/>
          <p:nvPr/>
        </p:nvSpPr>
        <p:spPr>
          <a:xfrm>
            <a:off x="6259289" y="365166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665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19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维轲 刘</dc:creator>
  <cp:lastModifiedBy>维轲 刘</cp:lastModifiedBy>
  <cp:revision>4</cp:revision>
  <dcterms:created xsi:type="dcterms:W3CDTF">2026-04-27T06:56:40Z</dcterms:created>
  <dcterms:modified xsi:type="dcterms:W3CDTF">2026-04-27T19:42:01Z</dcterms:modified>
</cp:coreProperties>
</file>